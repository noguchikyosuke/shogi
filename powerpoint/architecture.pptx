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876FB-3AA3-88C3-FA13-355C69A9B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923E04-BF25-D732-9BFC-38D3E14D5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5E4C5-70ED-97DF-34DC-590D2130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EDEE-88EB-4474-B1A3-0708B5571860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C9579-01BB-63ED-A1F2-6ED138A9B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75915-F095-2318-36DB-1DA7F1F02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5B54F-1BEB-42D6-A86F-4ED06E79DB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5369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662E4-BCE9-BB17-2133-7BC420C2B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392BD-8599-0E73-1B02-9633FC0B4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87ABF-E1D7-8A58-5B92-9123587FF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EDEE-88EB-4474-B1A3-0708B5571860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F9B1D-07AD-FB88-953E-2C1BF3415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3CE46-D458-69A0-6732-5E1BAD9FA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5B54F-1BEB-42D6-A86F-4ED06E79DB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7093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3ECA8-94FE-B29E-B56D-B880554C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A5A83-6E95-80EB-E521-22624906C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1D5CF-6680-7ED7-6D2B-1BC81A08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EDEE-88EB-4474-B1A3-0708B5571860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1A0BA-94FE-1601-D8BD-23195A87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88CD4-11DC-474E-2316-6AFA55183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5B54F-1BEB-42D6-A86F-4ED06E79DB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0594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0CFC0-8ABD-ECB6-FF91-B87EF9B71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4A2CC-5E79-6BC9-A954-04436CC1B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82E1B-1C03-F312-AAA4-A63EE9452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2FBA4-EE2D-C1C9-C4C8-F7E13680B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EDEE-88EB-4474-B1A3-0708B5571860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C46B9-8D99-DB90-7453-D799399F8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54388-3655-F715-73E5-134900DB3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5B54F-1BEB-42D6-A86F-4ED06E79DB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4234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95738-0834-2B9A-678B-A3F81111A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AAACC-3919-FC71-5C40-AFB91EBDD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3382FD-A22F-BA48-0D19-F43E45CE9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5B6534-C89A-C2DC-5D11-3AF0C5322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EEF5C-C03F-02F1-2EC4-EC2225D8DB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5E7383-2488-1470-AA06-1B10DB528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EDEE-88EB-4474-B1A3-0708B5571860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E4E28F-212A-42F4-6B57-D5EC56C23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B9B468-A086-DDFB-2A31-991E43194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5B54F-1BEB-42D6-A86F-4ED06E79DB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0086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92C1D-1F39-4420-8F66-E63EABD81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56F470-3E19-B363-FEBA-10CCBAE60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EDEE-88EB-4474-B1A3-0708B5571860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E9549E-3C01-868E-4019-7876E281B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8085A3-8C16-8E6E-7235-97BAECD22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5B54F-1BEB-42D6-A86F-4ED06E79DB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3179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763CF1-9971-C579-56C8-6CE83A6F2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EDEE-88EB-4474-B1A3-0708B5571860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50AC0F-768E-597E-FB6A-D9B5BFDED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0DE1F-2CAC-913A-961C-31473D28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5B54F-1BEB-42D6-A86F-4ED06E79DB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263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672C8-5AD1-7284-14A9-8500EEE39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74ECF-9CC3-3492-066C-590289379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F6A96-CE2B-7C1B-F8C2-12A077FC3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AD0B7-5610-7969-FEA7-FE5974CFD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EDEE-88EB-4474-B1A3-0708B5571860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5D6AF-9EF9-4742-FB53-3267742D8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3B76C-1220-5BD6-B524-576E488AF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5B54F-1BEB-42D6-A86F-4ED06E79DB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6141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28769-869D-FD4B-FE19-F060A0B9E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B54D03-5A6C-7D48-9F02-6B279306A5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A625AA-45FE-CC35-CE8B-83192BDA0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6A9F88-8134-F330-A8F5-B17B9A2ED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EDEE-88EB-4474-B1A3-0708B5571860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97064C-F04E-1CD3-7407-4D3C16ECE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42B8A-F30B-9E81-9854-04038F566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5B54F-1BEB-42D6-A86F-4ED06E79DB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1536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1D982-4D87-B3F3-0FB9-6D369BCEC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E082FA-1A24-118B-EAD8-4AF1C9B6D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D2913-C8CA-DA06-73FC-D4068FC33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EDEE-88EB-4474-B1A3-0708B5571860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CFDEA-8B53-1696-5055-6C621CA1A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4011B-D6AE-AC5E-D742-140CB66FA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5B54F-1BEB-42D6-A86F-4ED06E79DB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8775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A0EBAC-3B25-0F47-56F9-C37362D16C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04D3F-A71A-26A3-21D1-751A1F14CA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6CBBF-AC00-D41A-0648-2609C114B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EDEE-88EB-4474-B1A3-0708B5571860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BE13D-8C65-A565-8857-FC3FDFE77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D19D5-503A-C350-DBCF-38FA47165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5B54F-1BEB-42D6-A86F-4ED06E79DB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4985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BCD248-BB25-DAEC-7749-495661681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E7348-1A46-F1C0-EEBC-6EEDE0894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17F53-60FD-480F-A4BB-8BE1AA998F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2CEDEE-88EB-4474-B1A3-0708B5571860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C0D04-180E-AE42-FB91-100B8FAC8E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296BE-F1A5-EF49-F2B9-E53AB83F1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E5B54F-1BEB-42D6-A86F-4ED06E79DB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3053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496103-B152-B5B6-7DEE-AFC4A2439EE9}"/>
              </a:ext>
            </a:extLst>
          </p:cNvPr>
          <p:cNvSpPr/>
          <p:nvPr/>
        </p:nvSpPr>
        <p:spPr>
          <a:xfrm>
            <a:off x="3776247" y="147053"/>
            <a:ext cx="2247900" cy="5614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クライアント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617F30-E9D4-1938-2212-3E96498EFE45}"/>
              </a:ext>
            </a:extLst>
          </p:cNvPr>
          <p:cNvSpPr/>
          <p:nvPr/>
        </p:nvSpPr>
        <p:spPr>
          <a:xfrm>
            <a:off x="3776247" y="1288718"/>
            <a:ext cx="2247900" cy="5614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Nginx </a:t>
            </a:r>
            <a:br>
              <a:rPr lang="en-US" altLang="ja-JP" dirty="0">
                <a:solidFill>
                  <a:schemeClr val="tx1"/>
                </a:solidFill>
              </a:rPr>
            </a:br>
            <a:r>
              <a:rPr lang="en-US" altLang="ja-JP" dirty="0">
                <a:solidFill>
                  <a:schemeClr val="tx1"/>
                </a:solidFill>
              </a:rPr>
              <a:t>(IP</a:t>
            </a:r>
            <a:r>
              <a:rPr lang="ja-JP" altLang="en-US" dirty="0">
                <a:solidFill>
                  <a:schemeClr val="tx1"/>
                </a:solidFill>
              </a:rPr>
              <a:t>制限</a:t>
            </a:r>
            <a:r>
              <a:rPr lang="en-US" altLang="ja-JP" dirty="0">
                <a:solidFill>
                  <a:schemeClr val="tx1"/>
                </a:solidFill>
              </a:rPr>
              <a:t>/</a:t>
            </a:r>
            <a:r>
              <a:rPr lang="ja-JP" altLang="en-US" dirty="0">
                <a:solidFill>
                  <a:schemeClr val="tx1"/>
                </a:solidFill>
              </a:rPr>
              <a:t>静的配信</a:t>
            </a:r>
            <a:r>
              <a:rPr lang="en-US" altLang="ja-JP" dirty="0">
                <a:solidFill>
                  <a:schemeClr val="tx1"/>
                </a:solidFill>
              </a:rPr>
              <a:t>)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6715ECF-370B-432E-6034-6D6D6124C7A0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4900197" y="708526"/>
            <a:ext cx="0" cy="5801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5F6D499-4558-FFE1-B7BE-8C26642EBA69}"/>
              </a:ext>
            </a:extLst>
          </p:cNvPr>
          <p:cNvSpPr/>
          <p:nvPr/>
        </p:nvSpPr>
        <p:spPr>
          <a:xfrm>
            <a:off x="3776247" y="2430383"/>
            <a:ext cx="2247900" cy="5614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Gunicorn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br>
              <a:rPr lang="en-US" altLang="ja-JP" dirty="0">
                <a:solidFill>
                  <a:schemeClr val="tx1"/>
                </a:solidFill>
              </a:rPr>
            </a:br>
            <a:r>
              <a:rPr lang="en-US" altLang="ja-JP" dirty="0">
                <a:solidFill>
                  <a:schemeClr val="tx1"/>
                </a:solidFill>
              </a:rPr>
              <a:t>(WSGI)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A7F678-68F5-F2F6-DCC3-05E70C08E961}"/>
              </a:ext>
            </a:extLst>
          </p:cNvPr>
          <p:cNvSpPr/>
          <p:nvPr/>
        </p:nvSpPr>
        <p:spPr>
          <a:xfrm>
            <a:off x="3776247" y="3572048"/>
            <a:ext cx="2247900" cy="5614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Django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B79AEC-CD10-FE89-5EC7-9C78256EF929}"/>
              </a:ext>
            </a:extLst>
          </p:cNvPr>
          <p:cNvSpPr/>
          <p:nvPr/>
        </p:nvSpPr>
        <p:spPr>
          <a:xfrm>
            <a:off x="3776247" y="4713713"/>
            <a:ext cx="2247900" cy="5614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PostgreSQL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5363FE7-DC26-283C-8847-C6DD9D583756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>
            <a:off x="4900197" y="1850191"/>
            <a:ext cx="0" cy="5801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8BB131C-A4D1-9620-C1F2-F076163D86CA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>
            <a:off x="4900197" y="2991856"/>
            <a:ext cx="0" cy="5801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F86D9BE-17E7-E840-5E8A-116BE4FD76B6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4900197" y="4133521"/>
            <a:ext cx="0" cy="5801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Speech Bubble: Rectangle 79">
            <a:extLst>
              <a:ext uri="{FF2B5EF4-FFF2-40B4-BE49-F238E27FC236}">
                <a16:creationId xmlns:a16="http://schemas.microsoft.com/office/drawing/2014/main" id="{5F369D59-1233-499A-006D-5ACE3EC2EBE8}"/>
              </a:ext>
            </a:extLst>
          </p:cNvPr>
          <p:cNvSpPr/>
          <p:nvPr/>
        </p:nvSpPr>
        <p:spPr>
          <a:xfrm>
            <a:off x="6920500" y="577516"/>
            <a:ext cx="3917950" cy="743287"/>
          </a:xfrm>
          <a:prstGeom prst="wedgeRectCallout">
            <a:avLst>
              <a:gd name="adj1" fmla="val -68130"/>
              <a:gd name="adj2" fmla="val 9107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IP</a:t>
            </a:r>
            <a:r>
              <a:rPr kumimoji="1" lang="ja-JP" altLang="en-US" dirty="0">
                <a:solidFill>
                  <a:schemeClr val="tx1"/>
                </a:solidFill>
              </a:rPr>
              <a:t>を制限して</a:t>
            </a:r>
            <a:br>
              <a:rPr kumimoji="1" lang="ja-JP" altLang="en-US" dirty="0">
                <a:solidFill>
                  <a:schemeClr val="tx1"/>
                </a:solidFill>
              </a:rPr>
            </a:br>
            <a:r>
              <a:rPr kumimoji="1" lang="ja-JP" altLang="en-US" dirty="0">
                <a:solidFill>
                  <a:schemeClr val="tx1"/>
                </a:solidFill>
              </a:rPr>
              <a:t>実装時のセキュリティの強化</a:t>
            </a:r>
          </a:p>
        </p:txBody>
      </p:sp>
      <p:sp>
        <p:nvSpPr>
          <p:cNvPr id="81" name="Speech Bubble: Rectangle 80">
            <a:extLst>
              <a:ext uri="{FF2B5EF4-FFF2-40B4-BE49-F238E27FC236}">
                <a16:creationId xmlns:a16="http://schemas.microsoft.com/office/drawing/2014/main" id="{3F966469-8883-200D-8CC0-0B99BBB8D866}"/>
              </a:ext>
            </a:extLst>
          </p:cNvPr>
          <p:cNvSpPr/>
          <p:nvPr/>
        </p:nvSpPr>
        <p:spPr>
          <a:xfrm>
            <a:off x="6920500" y="1868910"/>
            <a:ext cx="3917950" cy="561473"/>
          </a:xfrm>
          <a:prstGeom prst="wedgeRectCallout">
            <a:avLst>
              <a:gd name="adj1" fmla="val -68130"/>
              <a:gd name="adj2" fmla="val 9107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プロセスの並列処理</a:t>
            </a:r>
          </a:p>
        </p:txBody>
      </p:sp>
      <p:sp>
        <p:nvSpPr>
          <p:cNvPr id="82" name="Speech Bubble: Rectangle 81">
            <a:extLst>
              <a:ext uri="{FF2B5EF4-FFF2-40B4-BE49-F238E27FC236}">
                <a16:creationId xmlns:a16="http://schemas.microsoft.com/office/drawing/2014/main" id="{650D6F36-C949-4464-8C5B-E2881AFC64A2}"/>
              </a:ext>
            </a:extLst>
          </p:cNvPr>
          <p:cNvSpPr/>
          <p:nvPr/>
        </p:nvSpPr>
        <p:spPr>
          <a:xfrm>
            <a:off x="6920500" y="3060035"/>
            <a:ext cx="3917950" cy="561473"/>
          </a:xfrm>
          <a:prstGeom prst="wedgeRectCallout">
            <a:avLst>
              <a:gd name="adj1" fmla="val -68130"/>
              <a:gd name="adj2" fmla="val 9107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Python</a:t>
            </a:r>
            <a:r>
              <a:rPr lang="ja-JP" altLang="en-US" dirty="0">
                <a:solidFill>
                  <a:schemeClr val="tx1"/>
                </a:solidFill>
              </a:rPr>
              <a:t>の</a:t>
            </a:r>
            <a:br>
              <a:rPr lang="ja-JP" altLang="en-US" dirty="0">
                <a:solidFill>
                  <a:schemeClr val="tx1"/>
                </a:solidFill>
              </a:rPr>
            </a:br>
            <a:r>
              <a:rPr lang="ja-JP" altLang="en-US" dirty="0">
                <a:solidFill>
                  <a:schemeClr val="tx1"/>
                </a:solidFill>
              </a:rPr>
              <a:t>アプリケーションフレームワーク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3" name="Speech Bubble: Rectangle 82">
            <a:extLst>
              <a:ext uri="{FF2B5EF4-FFF2-40B4-BE49-F238E27FC236}">
                <a16:creationId xmlns:a16="http://schemas.microsoft.com/office/drawing/2014/main" id="{D5549197-9A17-CC83-CAE8-E42122CFAC26}"/>
              </a:ext>
            </a:extLst>
          </p:cNvPr>
          <p:cNvSpPr/>
          <p:nvPr/>
        </p:nvSpPr>
        <p:spPr>
          <a:xfrm>
            <a:off x="6920500" y="4152240"/>
            <a:ext cx="3917950" cy="561473"/>
          </a:xfrm>
          <a:prstGeom prst="wedgeRectCallout">
            <a:avLst>
              <a:gd name="adj1" fmla="val -68130"/>
              <a:gd name="adj2" fmla="val 9107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堅牢性の高いデータベース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604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734F50C-B697-AD5F-D7A1-24519CFD75D9}"/>
              </a:ext>
            </a:extLst>
          </p:cNvPr>
          <p:cNvSpPr/>
          <p:nvPr/>
        </p:nvSpPr>
        <p:spPr>
          <a:xfrm>
            <a:off x="6920500" y="5978355"/>
            <a:ext cx="2247900" cy="5614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Gmail API</a:t>
            </a:r>
            <a:br>
              <a:rPr lang="en-US" altLang="ja-JP" dirty="0">
                <a:solidFill>
                  <a:schemeClr val="tx1"/>
                </a:solidFill>
              </a:rPr>
            </a:br>
            <a:r>
              <a:rPr lang="en-US" altLang="ja-JP" dirty="0">
                <a:solidFill>
                  <a:schemeClr val="tx1"/>
                </a:solidFill>
              </a:rPr>
              <a:t>(2FA)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50770F-45D6-2902-C1C2-6C4F33DB85B2}"/>
              </a:ext>
            </a:extLst>
          </p:cNvPr>
          <p:cNvSpPr/>
          <p:nvPr/>
        </p:nvSpPr>
        <p:spPr>
          <a:xfrm>
            <a:off x="9714500" y="5978354"/>
            <a:ext cx="2247900" cy="5614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ファイルシステム</a:t>
            </a:r>
            <a:br>
              <a:rPr kumimoji="1" lang="ja-JP" altLang="en-US" dirty="0">
                <a:solidFill>
                  <a:schemeClr val="tx1"/>
                </a:solidFill>
              </a:rPr>
            </a:br>
            <a:r>
              <a:rPr kumimoji="1" lang="en-US" altLang="ja-JP" dirty="0">
                <a:solidFill>
                  <a:schemeClr val="tx1"/>
                </a:solidFill>
              </a:rPr>
              <a:t>(</a:t>
            </a:r>
            <a:r>
              <a:rPr kumimoji="1" lang="ja-JP" altLang="en-US" dirty="0">
                <a:solidFill>
                  <a:schemeClr val="tx1"/>
                </a:solidFill>
              </a:rPr>
              <a:t>メディア</a:t>
            </a:r>
            <a:r>
              <a:rPr kumimoji="1" lang="en-US" altLang="ja-JP" dirty="0">
                <a:solidFill>
                  <a:schemeClr val="tx1"/>
                </a:solidFill>
              </a:rPr>
              <a:t>)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896F2DF-B30B-B95E-3AE6-F4B63E362B31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8044450" y="5395495"/>
            <a:ext cx="0" cy="5828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0A5A16B7-7498-A373-3575-B0D9FC2D8251}"/>
              </a:ext>
            </a:extLst>
          </p:cNvPr>
          <p:cNvCxnSpPr>
            <a:cxnSpLocks/>
            <a:endCxn id="27" idx="0"/>
          </p:cNvCxnSpPr>
          <p:nvPr/>
        </p:nvCxnSpPr>
        <p:spPr>
          <a:xfrm rot="16200000" flipH="1">
            <a:off x="9150021" y="4289924"/>
            <a:ext cx="582859" cy="279400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464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51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野口恭介(苫小牧高専)</dc:creator>
  <cp:lastModifiedBy>野口恭介(苫小牧高専)</cp:lastModifiedBy>
  <cp:revision>1</cp:revision>
  <dcterms:created xsi:type="dcterms:W3CDTF">2026-02-09T14:18:03Z</dcterms:created>
  <dcterms:modified xsi:type="dcterms:W3CDTF">2026-02-09T14:35:36Z</dcterms:modified>
</cp:coreProperties>
</file>